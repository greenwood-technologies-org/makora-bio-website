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2002301" y="-1062752"/>
            <a:ext cx="5139401" cy="7269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